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280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MOEN-IMS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173736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Update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22960" y="30175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new features changing how we plan, generate and track releases.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4297680"/>
            <a:ext cx="2457450" cy="1463040"/>
          </a:xfrm>
          <a:prstGeom prst="rect">
            <a:avLst/>
          </a:prstGeom>
          <a:solidFill>
            <a:srgbClr val="27306E"/>
          </a:solidFill>
          <a:ln w="12700">
            <a:solidFill>
              <a:srgbClr val="2730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4480560"/>
            <a:ext cx="200025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51560" y="4937760"/>
            <a:ext cx="200025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page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509010" y="4297680"/>
            <a:ext cx="2457450" cy="1463040"/>
          </a:xfrm>
          <a:prstGeom prst="rect">
            <a:avLst/>
          </a:prstGeom>
          <a:solidFill>
            <a:srgbClr val="27306E"/>
          </a:solidFill>
          <a:ln w="12700">
            <a:solidFill>
              <a:srgbClr val="2730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37610" y="4480560"/>
            <a:ext cx="200025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737610" y="4937760"/>
            <a:ext cx="200025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BoQ-driven project segregation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95060" y="4297680"/>
            <a:ext cx="2457450" cy="1463040"/>
          </a:xfrm>
          <a:prstGeom prst="rect">
            <a:avLst/>
          </a:prstGeom>
          <a:solidFill>
            <a:srgbClr val="27306E"/>
          </a:solidFill>
          <a:ln w="12700">
            <a:solidFill>
              <a:srgbClr val="2730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23660" y="4480560"/>
            <a:ext cx="200025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423660" y="4937760"/>
            <a:ext cx="200025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 &amp; Release Letter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881110" y="4297680"/>
            <a:ext cx="2457450" cy="1463040"/>
          </a:xfrm>
          <a:prstGeom prst="rect">
            <a:avLst/>
          </a:prstGeom>
          <a:solidFill>
            <a:srgbClr val="27306E"/>
          </a:solidFill>
          <a:ln w="12700">
            <a:solidFill>
              <a:srgbClr val="2730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09710" y="4480560"/>
            <a:ext cx="200025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109710" y="4937760"/>
            <a:ext cx="200025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Ghana Map — access rate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62179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the internal team  ·  Read-through deck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PROJECTS PAGE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place to set up and govern every project.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901952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81051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new projects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280160" y="210312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9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New Project, pick a type (SHEP, Cost Sharing, Streetlights), give it a code and a manager. Counted under the right project type immediately.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40080" y="310896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3182112"/>
            <a:ext cx="310896" cy="310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80160" y="309067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types you can edit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280160" y="338328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9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cards at the top — SHEP, Cost Sharing, Streetlights — show what each consigns to (Project Consultant or Member of Parliament). Click a card to update.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0080" y="438912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4462272"/>
            <a:ext cx="310896" cy="31089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80160" y="437083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projects in one list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280160" y="466344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9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code, name, type, phase, manager, status. View, Edit and Assign in line — no extra clicks.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40080" y="5577840"/>
            <a:ext cx="512064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5733288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17320" y="562356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more waiting on a developer to add a project.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5943600" y="1737360"/>
            <a:ext cx="5577840" cy="4617720"/>
          </a:xfrm>
          <a:prstGeom prst="rect">
            <a:avLst/>
          </a:prstGeom>
          <a:solidFill>
            <a:srgbClr val="F4F6FB"/>
          </a:solidFill>
          <a:ln w="12700">
            <a:solidFill>
              <a:srgbClr val="D9DFEA"/>
            </a:solidFill>
            <a:prstDash val="solid"/>
          </a:ln>
        </p:spPr>
      </p:sp>
      <p:pic>
        <p:nvPicPr>
          <p:cNvPr id="20" name="Image 4" descr="shots/shot_2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080760" y="1874520"/>
            <a:ext cx="5303520" cy="3734873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126480" y="598932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C69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Management  ·  /project-management/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9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6</a:t>
            </a:r>
            <a:endParaRPr lang="en-US" sz="900" dirty="0"/>
          </a:p>
        </p:txBody>
      </p:sp>
      <p:sp>
        <p:nvSpPr>
          <p:cNvPr id="23" name="Text 16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9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MOEN-IMS  ·  System Update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BILL OF QUANTITY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line tagged by project — filter, sort, edit in bulk.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901952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81051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type on every row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280160" y="210312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9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BoQ line shows its project type — Streetlights, Cost Sharing, SHEP. No more mixed views.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40080" y="310896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3182112"/>
            <a:ext cx="310896" cy="310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80160" y="309067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anything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280160" y="338328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9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Region, district, community, project type, package, material. Filters stack — narrow to exactly what you want to see.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0080" y="438912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4462272"/>
            <a:ext cx="310896" cy="31089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80160" y="437083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edit by community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280160" y="466344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9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Bulk Edit opens an Excel-like view. Tick rows and use Bulk Edit Selected for changes across many lines at once.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40080" y="5577840"/>
            <a:ext cx="512064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5733288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17320" y="562356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vs. received vs. balance — visible at a glance.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5943600" y="1737360"/>
            <a:ext cx="5577840" cy="4617720"/>
          </a:xfrm>
          <a:prstGeom prst="rect">
            <a:avLst/>
          </a:prstGeom>
          <a:solidFill>
            <a:srgbClr val="F4F6FB"/>
          </a:solidFill>
          <a:ln w="12700">
            <a:solidFill>
              <a:srgbClr val="D9DFEA"/>
            </a:solidFill>
            <a:prstDash val="solid"/>
          </a:ln>
        </p:spPr>
      </p:sp>
      <p:pic>
        <p:nvPicPr>
          <p:cNvPr id="20" name="Image 4" descr="shots/shot_1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080760" y="1874520"/>
            <a:ext cx="5303520" cy="3214255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126480" y="598932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C69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of Quantity  ·  /bill-of-quantity/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9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6</a:t>
            </a:r>
            <a:endParaRPr lang="en-US" sz="900" dirty="0"/>
          </a:p>
        </p:txBody>
      </p:sp>
      <p:sp>
        <p:nvSpPr>
          <p:cNvPr id="23" name="Text 16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9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MOEN-IMS  ·  System Update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MEMO &amp; RELEASE LETTER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documents, generated in one click.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856232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7647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request code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88720" y="20574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9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PDFs generate together: the approval memo (internal) and the release letter (to the MMU).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301752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3090672"/>
            <a:ext cx="310896" cy="310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88720" y="29992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by the right officer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188720" y="32918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9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Designations are pulled live from the Signatory roster. Pick the title, the system attaches the name.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425196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4325112"/>
            <a:ext cx="310896" cy="31089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88720" y="42336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QR-verified scan upload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188720" y="45262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9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Print, sign, scan, upload. The QR code in the corner proves the scan matches what we generated.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48640" y="5577840"/>
            <a:ext cx="384048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5733288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80160" y="56235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uploads pre-fill signatories from the Excel.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4617720" y="1691640"/>
            <a:ext cx="3566160" cy="4754880"/>
          </a:xfrm>
          <a:prstGeom prst="rect">
            <a:avLst/>
          </a:prstGeom>
          <a:solidFill>
            <a:srgbClr val="F4F6FB"/>
          </a:solidFill>
          <a:ln w="12700">
            <a:solidFill>
              <a:srgbClr val="D9DFEA"/>
            </a:solidFill>
            <a:prstDash val="solid"/>
          </a:ln>
        </p:spPr>
      </p:sp>
      <p:pic>
        <p:nvPicPr>
          <p:cNvPr id="20" name="Image 4" descr="shots/memo_page-1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940046" y="1828800"/>
            <a:ext cx="2921508" cy="41148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800600" y="6080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C69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Memo  ·  Director, Power → Chief Director</a:t>
            </a:r>
            <a:endParaRPr lang="en-US" sz="1000" dirty="0"/>
          </a:p>
        </p:txBody>
      </p:sp>
      <p:sp>
        <p:nvSpPr>
          <p:cNvPr id="22" name="Shape 15"/>
          <p:cNvSpPr/>
          <p:nvPr/>
        </p:nvSpPr>
        <p:spPr>
          <a:xfrm>
            <a:off x="8275320" y="1691640"/>
            <a:ext cx="3566160" cy="4754880"/>
          </a:xfrm>
          <a:prstGeom prst="rect">
            <a:avLst/>
          </a:prstGeom>
          <a:solidFill>
            <a:srgbClr val="F4F6FB"/>
          </a:solidFill>
          <a:ln w="12700">
            <a:solidFill>
              <a:srgbClr val="D9DFEA"/>
            </a:solidFill>
            <a:prstDash val="solid"/>
          </a:ln>
        </p:spPr>
      </p:sp>
      <p:pic>
        <p:nvPicPr>
          <p:cNvPr id="23" name="Image 5" descr="shots/shot_3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597646" y="1828800"/>
            <a:ext cx="2921508" cy="411480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8458200" y="6080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C69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Letter  ·  Chief Director FOR: Hon. Minister → MMU</a:t>
            </a:r>
            <a:endParaRPr lang="en-US" sz="1000" dirty="0"/>
          </a:p>
        </p:txBody>
      </p:sp>
      <p:sp>
        <p:nvSpPr>
          <p:cNvPr id="25" name="Text 17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9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6</a:t>
            </a:r>
            <a:endParaRPr lang="en-US" sz="900" dirty="0"/>
          </a:p>
        </p:txBody>
      </p:sp>
      <p:sp>
        <p:nvSpPr>
          <p:cNvPr id="26" name="Text 18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9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MOEN-IMS  ·  System Update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GHANA 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access rate, region by region.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901952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81051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any region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280160" y="210312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9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map colours each region by access rate. Click one to see total, completed and active sites.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40080" y="310896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3182112"/>
            <a:ext cx="310896" cy="310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80160" y="309067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measures, side by side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280160" y="338328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9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progress = completed sites ÷ total sites. Material flow = quantity received ÷ contract quantity from the BoQ.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0080" y="438912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4462272"/>
            <a:ext cx="310896" cy="31089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80160" y="437083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 into any number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280160" y="466344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9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headline tiles — Total, Completed, Active, National Progress — for the full table and the per-region breakdown.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40080" y="5577840"/>
            <a:ext cx="1627632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640080" y="5623560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40.0%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640080" y="603504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progress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2377440" y="5577840"/>
            <a:ext cx="1627632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2377440" y="5623560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52.3%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2377440" y="603504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flow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4114800" y="5577840"/>
            <a:ext cx="1627632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4114800" y="5623560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800" dirty="0"/>
          </a:p>
        </p:txBody>
      </p:sp>
      <p:sp>
        <p:nvSpPr>
          <p:cNvPr id="24" name="Text 19"/>
          <p:cNvSpPr/>
          <p:nvPr/>
        </p:nvSpPr>
        <p:spPr>
          <a:xfrm>
            <a:off x="4114800" y="603504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 sites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5943600" y="1737360"/>
            <a:ext cx="5577840" cy="4617720"/>
          </a:xfrm>
          <a:prstGeom prst="rect">
            <a:avLst/>
          </a:prstGeom>
          <a:solidFill>
            <a:srgbClr val="F4F6FB"/>
          </a:solidFill>
          <a:ln w="12700">
            <a:solidFill>
              <a:srgbClr val="D9DFEA"/>
            </a:solidFill>
            <a:prstDash val="solid"/>
          </a:ln>
        </p:spPr>
      </p:sp>
      <p:pic>
        <p:nvPicPr>
          <p:cNvPr id="26" name="Image 3" descr="shots/shot_4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345936" y="1874520"/>
            <a:ext cx="4773168" cy="397764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126480" y="598932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C69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Electrification Map  ·  /ghana-map/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9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6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9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MOEN-IMS  ·  System Update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10058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things you can do today that you couldn't last month.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743200"/>
            <a:ext cx="5212080" cy="1463040"/>
          </a:xfrm>
          <a:prstGeom prst="rect">
            <a:avLst/>
          </a:prstGeom>
          <a:solidFill>
            <a:srgbClr val="27306E"/>
          </a:solidFill>
          <a:ln w="12700">
            <a:solidFill>
              <a:srgbClr val="2730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743200"/>
            <a:ext cx="73152" cy="146304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971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a project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338328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Projects page — no developer needed.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09360" y="2743200"/>
            <a:ext cx="5212080" cy="1463040"/>
          </a:xfrm>
          <a:prstGeom prst="rect">
            <a:avLst/>
          </a:prstGeom>
          <a:solidFill>
            <a:srgbClr val="27306E"/>
          </a:solidFill>
          <a:ln w="12700">
            <a:solidFill>
              <a:srgbClr val="27306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09360" y="2743200"/>
            <a:ext cx="73152" cy="146304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2971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BoQ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83680" y="338328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line tagged by project; filter and bulk-edit.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4480560"/>
            <a:ext cx="5212080" cy="1463040"/>
          </a:xfrm>
          <a:prstGeom prst="rect">
            <a:avLst/>
          </a:prstGeom>
          <a:solidFill>
            <a:srgbClr val="27306E"/>
          </a:solidFill>
          <a:ln w="12700">
            <a:solidFill>
              <a:srgbClr val="27306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4480560"/>
            <a:ext cx="73152" cy="146304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47091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releases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7280" y="512064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 + letter in one click, with a QR check.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09360" y="4480560"/>
            <a:ext cx="5212080" cy="1463040"/>
          </a:xfrm>
          <a:prstGeom prst="rect">
            <a:avLst/>
          </a:prstGeom>
          <a:solidFill>
            <a:srgbClr val="27306E"/>
          </a:solidFill>
          <a:ln w="12700">
            <a:solidFill>
              <a:srgbClr val="27306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09360" y="4480560"/>
            <a:ext cx="73152" cy="146304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47091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the country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83680" y="512064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rate per region, drillable.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61264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MOEN-IMS System Update</dc:title>
  <dc:subject>PptxGenJS Presentation</dc:subject>
  <dc:creator>MOEN-IMS</dc:creator>
  <cp:lastModifiedBy>MOEN-IMS</cp:lastModifiedBy>
  <cp:revision>1</cp:revision>
  <dcterms:created xsi:type="dcterms:W3CDTF">2026-06-01T05:50:45Z</dcterms:created>
  <dcterms:modified xsi:type="dcterms:W3CDTF">2026-06-01T05:50:45Z</dcterms:modified>
</cp:coreProperties>
</file>