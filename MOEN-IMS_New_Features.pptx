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B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Update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controls. Connected workflow. A real picture of progress.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  · 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changed,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requests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see stock before asking. The system refuses requests it cannot fulfil.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69164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224028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workflow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20840" y="278892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releases, transport, site receipts and the BoQ now all speak to each other.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97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66344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controls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" y="521208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release is processed without the signed letter on file. Returns offset over-issuance automatically.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41148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4297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466344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insight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20840" y="521208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split by project. The Ghana map updates itself as material reaches the ground.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System Update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SMARTER REQUESTS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see what is on the shelf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8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was filed blind. Officers often asked for quantities the stores could not fulfil. When a material lived in more than one warehouse the system silently broke at release time.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shows live stock the moment a material is picked, broken down by warehouse. If the requested quantity exceeds what is available, the Submit button refuses.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75120" y="1691640"/>
            <a:ext cx="4846320" cy="4572000"/>
          </a:xfrm>
          <a:prstGeom prst="roundRect">
            <a:avLst>
              <a:gd name="adj" fmla="val 2000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18288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prevents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49440" y="2468880"/>
            <a:ext cx="365760" cy="365760"/>
          </a:xfrm>
          <a:prstGeom prst="ellipse">
            <a:avLst/>
          </a:prstGeom>
          <a:solidFill>
            <a:srgbClr val="2C7A3C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52360" y="2423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Over-requesting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52360" y="2743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requests for stock that does not exist.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3383280"/>
            <a:ext cx="365760" cy="365760"/>
          </a:xfrm>
          <a:prstGeom prst="ellipse">
            <a:avLst/>
          </a:prstGeom>
          <a:solidFill>
            <a:srgbClr val="2C7A3C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5236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52360" y="3657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"any warehouse" route no longer breaks at release time.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4297680"/>
            <a:ext cx="365760" cy="365760"/>
          </a:xfrm>
          <a:prstGeom prst="ellipse">
            <a:avLst/>
          </a:prstGeom>
          <a:solidFill>
            <a:srgbClr val="2C7A3C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52360" y="4251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time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52360" y="4572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Storekeepers stop chasing impossible orders.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0" y="5212080"/>
            <a:ext cx="365760" cy="365760"/>
          </a:xfrm>
          <a:prstGeom prst="ellipse">
            <a:avLst/>
          </a:prstGeom>
          <a:solidFill>
            <a:srgbClr val="2C7A3C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5212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52360" y="5166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gaps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52360" y="5486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warehouse used is now stamped on the order.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System Update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CONNECTED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Officers see their work again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Material Orders page used to load blank for Schedule Officers — they had to detour through the Archive to make their own pending requests appear. That is fixed: their queue now loads directly, with the right Active and Archive counts.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4023360"/>
            <a:ext cx="3657600" cy="73152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251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landing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75488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queue shows on first load. No detours.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402336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4023360"/>
            <a:ext cx="3657600" cy="73152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4251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counts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00600" y="475488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and Archive badges populate immediately.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03920" y="402336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4023360"/>
            <a:ext cx="3657600" cy="73152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4251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navigation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732520" y="475488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stays inside the officer view.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System Update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TIGHTER CONTROLS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signed letter, no release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can now slip through without the signed scan on file.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828800"/>
            <a:ext cx="6035040" cy="4297680"/>
          </a:xfrm>
          <a:prstGeom prst="roundRect">
            <a:avLst>
              <a:gd name="adj" fmla="val 2128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965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2606040"/>
            <a:ext cx="320040" cy="320040"/>
          </a:xfrm>
          <a:prstGeom prst="ellipse">
            <a:avLst/>
          </a:prstGeom>
          <a:solidFill>
            <a:srgbClr val="2C7A3C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5603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shows a warning if the signed copy is missing.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3429000"/>
            <a:ext cx="320040" cy="320040"/>
          </a:xfrm>
          <a:prstGeom prst="ellipse">
            <a:avLst/>
          </a:prstGeom>
          <a:solidFill>
            <a:srgbClr val="2C7A3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33832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"Upload signed copy" button sits inside the order modal.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60720" y="4251960"/>
            <a:ext cx="320040" cy="320040"/>
          </a:xfrm>
          <a:prstGeom prst="ellipse">
            <a:avLst/>
          </a:prstGeom>
          <a:solidFill>
            <a:srgbClr val="2C7A3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42062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release action refuses to deduct stock until the scan is on file.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60720" y="5074920"/>
            <a:ext cx="320040" cy="320040"/>
          </a:xfrm>
          <a:prstGeom prst="ellipse">
            <a:avLst/>
          </a:prstGeom>
          <a:solidFill>
            <a:srgbClr val="2C7A3C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50292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logged against the user who took it.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System Update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TIGHTER CONTROLS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now match the rigour of releases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745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a Consultant via the Release Letter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Order  →  Release Letter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Letter signed  →  Stock deducted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1605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Site Receipt  →  BoQ updated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7548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step audit-stamped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169164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8745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(new)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66560" y="23774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a Supplier via the Supply Contract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29718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Receipt  →  Supplier + Contract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356616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Category: New Supply / Return / Transfer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41605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Returns offset over-issued BoQ lines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47548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Same audit trail as releases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0807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Both directions of material movement carry the same paperwork discipline.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System Update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CLEARER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 list, used everywhere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form, projects page, dashboard, BoQ and map used to disagree on which programmes existed. They now all read the same registry. Add a programme once and it appears across the system.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2148840" cy="2468880"/>
          </a:xfrm>
          <a:prstGeom prst="roundRect">
            <a:avLst>
              <a:gd name="adj" fmla="val 4255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40180" y="3611880"/>
            <a:ext cx="548640" cy="548640"/>
          </a:xfrm>
          <a:prstGeom prst="ellipse">
            <a:avLst/>
          </a:prstGeom>
          <a:solidFill>
            <a:srgbClr val="2C7A3C"/>
          </a:solidFill>
          <a:ln/>
        </p:spPr>
      </p:sp>
      <p:sp>
        <p:nvSpPr>
          <p:cNvPr id="8" name="Text 6"/>
          <p:cNvSpPr/>
          <p:nvPr/>
        </p:nvSpPr>
        <p:spPr>
          <a:xfrm>
            <a:off x="144018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3434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48006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dropdown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71800" y="3291840"/>
            <a:ext cx="2148840" cy="2468880"/>
          </a:xfrm>
          <a:prstGeom prst="roundRect">
            <a:avLst>
              <a:gd name="adj" fmla="val 4255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71900" y="3611880"/>
            <a:ext cx="548640" cy="548640"/>
          </a:xfrm>
          <a:prstGeom prst="ellipse">
            <a:avLst/>
          </a:prstGeom>
          <a:solidFill>
            <a:srgbClr val="2C7A3C"/>
          </a:solidFill>
          <a:ln/>
        </p:spPr>
      </p:sp>
      <p:sp>
        <p:nvSpPr>
          <p:cNvPr id="13" name="Text 11"/>
          <p:cNvSpPr/>
          <p:nvPr/>
        </p:nvSpPr>
        <p:spPr>
          <a:xfrm>
            <a:off x="377190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08960" y="43434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page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08960" y="48006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cards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0" y="3291840"/>
            <a:ext cx="2148840" cy="2468880"/>
          </a:xfrm>
          <a:prstGeom prst="roundRect">
            <a:avLst>
              <a:gd name="adj" fmla="val 4255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03620" y="3611880"/>
            <a:ext cx="548640" cy="548640"/>
          </a:xfrm>
          <a:prstGeom prst="ellipse">
            <a:avLst/>
          </a:prstGeom>
          <a:solidFill>
            <a:srgbClr val="2C7A3C"/>
          </a:solidFill>
          <a:ln/>
        </p:spPr>
      </p:sp>
      <p:sp>
        <p:nvSpPr>
          <p:cNvPr id="18" name="Text 16"/>
          <p:cNvSpPr/>
          <p:nvPr/>
        </p:nvSpPr>
        <p:spPr>
          <a:xfrm>
            <a:off x="610362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40680" y="43434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40680" y="48006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Per-programme tiles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35240" y="3291840"/>
            <a:ext cx="2148840" cy="2468880"/>
          </a:xfrm>
          <a:prstGeom prst="roundRect">
            <a:avLst>
              <a:gd name="adj" fmla="val 4255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35340" y="3611880"/>
            <a:ext cx="548640" cy="548640"/>
          </a:xfrm>
          <a:prstGeom prst="ellipse">
            <a:avLst/>
          </a:prstGeom>
          <a:solidFill>
            <a:srgbClr val="2C7A3C"/>
          </a:solidFill>
          <a:ln/>
        </p:spPr>
      </p:sp>
      <p:sp>
        <p:nvSpPr>
          <p:cNvPr id="23" name="Text 21"/>
          <p:cNvSpPr/>
          <p:nvPr/>
        </p:nvSpPr>
        <p:spPr>
          <a:xfrm>
            <a:off x="843534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772400" y="43434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table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0" y="48006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 column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966960" y="3291840"/>
            <a:ext cx="2148840" cy="2468880"/>
          </a:xfrm>
          <a:prstGeom prst="roundRect">
            <a:avLst>
              <a:gd name="adj" fmla="val 4255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67060" y="3611880"/>
            <a:ext cx="548640" cy="548640"/>
          </a:xfrm>
          <a:prstGeom prst="ellipse">
            <a:avLst/>
          </a:prstGeom>
          <a:solidFill>
            <a:srgbClr val="2C7A3C"/>
          </a:solidFill>
          <a:ln/>
        </p:spPr>
      </p:sp>
      <p:sp>
        <p:nvSpPr>
          <p:cNvPr id="28" name="Text 26"/>
          <p:cNvSpPr/>
          <p:nvPr/>
        </p:nvSpPr>
        <p:spPr>
          <a:xfrm>
            <a:off x="1076706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104120" y="43434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map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104120" y="48006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Per-region breakdown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source of truth across every screen.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System Update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CLEARER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SHEP, Cost Sharing and Streetlights — side by side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SHEP &amp; Electrification Dashboard now splits every metric by programme. Management can see at a glance where progress is concentrated and where work is stuck.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36118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240">
            <a:solidFill>
              <a:srgbClr val="E6EB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200400"/>
            <a:ext cx="3611880" cy="9144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383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868680" y="4983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communities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3200400"/>
            <a:ext cx="36118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240">
            <a:solidFill>
              <a:srgbClr val="E6EB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3200400"/>
            <a:ext cx="3611880" cy="9144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3383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Sharing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379476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709160" y="4983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communities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534924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D87A2B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5349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over-issued lines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3200400"/>
            <a:ext cx="36118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240">
            <a:solidFill>
              <a:srgbClr val="E6EB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3200400"/>
            <a:ext cx="3611880" cy="9144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20" name="Text 18"/>
          <p:cNvSpPr/>
          <p:nvPr/>
        </p:nvSpPr>
        <p:spPr>
          <a:xfrm>
            <a:off x="8549640" y="3383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Streetlights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49640" y="379476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8549640" y="4983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communities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8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Over-issuance is flagged the moment it appears — a leading indicator of trouble.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System Update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CLEARER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updates itself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Regional Electrification Map now shows nationwide access — every programme combined — and updates automatically as material reaches the ground. The Bill of Quantity drives the picture.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5440680" cy="3017520"/>
          </a:xfrm>
          <a:prstGeom prst="roundRect">
            <a:avLst>
              <a:gd name="adj" fmla="val 3030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918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PROGRESS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sites are marked Completed against the total in that region.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Site-status driven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0749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when a site officer flips a flag, OR automatically when the BoQ for that community fills up.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3108960"/>
            <a:ext cx="5440680" cy="3017520"/>
          </a:xfrm>
          <a:prstGeom prst="roundRect">
            <a:avLst>
              <a:gd name="adj" fmla="val 3030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32918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FLOW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374904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contracted material has actually been received in that region.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46634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driven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50749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answer to "where is the money actually landing?" — no manual updates needed.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System Update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Quantity uploads, made easy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109728" cy="210312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6596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Template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pre-formatted Excel template with every required column and notes on the side.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69164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691640"/>
            <a:ext cx="109728" cy="210312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96596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Project Type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8000" y="256032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project type column is blank, the system infers it from phase or package prefix.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114800"/>
            <a:ext cx="109728" cy="210312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8912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Silent Failures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498348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descriptions are matched to inventory items; mismatches surface on upload.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41148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4114800"/>
            <a:ext cx="109728" cy="210312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438912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Self-Update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58000" y="498348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BoQ rows flips the matching sites on the Ghana map automatically.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System Update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serious look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emoji has been removed across the system. Buttons, navigation, status badges and dashboards now read as a professional government tool rather than a consumer app.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5440680" cy="2651760"/>
          </a:xfrm>
          <a:prstGeom prst="roundRect">
            <a:avLst>
              <a:gd name="adj" fmla="val 3448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8328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130+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 removed across the templates.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tone end-to-end.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3200400"/>
            <a:ext cx="5440680" cy="2651760"/>
          </a:xfrm>
          <a:prstGeom prst="roundRect">
            <a:avLst>
              <a:gd name="adj" fmla="val 3448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338328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6766560" y="47548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cleaned up in one pass.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52120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user-facing screen reviewed.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System Update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PAPERWORK THAT SCALES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letters that handle bulk requests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memos and release letters now print an itemised Schedule of Materials for every release event. Subject lines summarise material type — ELECTRICAL MATERIALS, ELECTRICAL POLES, or both — across every location.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" cy="1371600"/>
          </a:xfrm>
          <a:prstGeom prst="rect">
            <a:avLst/>
          </a:prstGeom>
          <a:solidFill>
            <a:srgbClr val="D87A2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8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"RELEASE OF 200BAGS PORTLAND CEMENT AT ABOKOBI" — only the first row of a bulk request appeared on the signed page.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109728" cy="137160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516636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"REQUEST FOR RELEASE OF ELECTRICAL MATERIALS AND ELECTRICAL POLES AT ABOKOBI, AMASAMAN AND 2 OTHERS" — the full scope is captured.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every line item is itemised in a Schedule of Materials table with per-unit totals.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System Update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PAPERWORK THAT SCALES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officers, handled in seconds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is acting in another role — Acting Chief Director, Acting Director Power — the schedule officer picks the right signatory on the release form. No code change, no redeploy.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9184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DIRECTOR  →  AG. CHIEF DIRECTOR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31089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329184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FROM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374904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POWER  →  AG. DIRECTOR, POWER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89204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signatory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534924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the roster maintained in admin.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47091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489204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signatory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534924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picker for the release letter to MMU.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Signatory admin holds the roster. Generated PDFs pull names live at render time.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System Update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NATIONAL ACCESS RATE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access numbers, one map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Regional Electrification Map now answers the access-rate question two ways — site status and material flow — and they converge automatically as work progresses.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5440680" cy="2743200"/>
          </a:xfrm>
          <a:prstGeom prst="roundRect">
            <a:avLst>
              <a:gd name="adj" fmla="val 3333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46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PROGRESS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914400" y="498348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marked Completed across all regions.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3017520"/>
            <a:ext cx="5440680" cy="2743200"/>
          </a:xfrm>
          <a:prstGeom prst="roundRect">
            <a:avLst>
              <a:gd name="adj" fmla="val 3333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3246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FLOW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0" y="361188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6766560" y="498348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received vs contracted on BoQ lines.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a BoQ row now auto-flips the matching site status — no manual updates needed.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System Update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SUPPLY CHAIN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contracts — receipts with rigour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receipt is now tied to a Supplier and the Supply Contract it draws from, the same way releases are tied to a Consultant through the Release Letter. Categories distinguish new supply, returns, transfers, and adjustments.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520440"/>
            <a:ext cx="2606040" cy="9144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947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Supply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against an active contract line.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352044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3520440"/>
            <a:ext cx="2606040" cy="9144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37947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Overissuance Return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43891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Offsets an over-issued BoQ line automatically.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52044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3520440"/>
            <a:ext cx="2606040" cy="9144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7947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43891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Inter-warehouse stock movement.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06840" y="352044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6840" y="3520440"/>
            <a:ext cx="2606040" cy="9144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20" name="Text 18"/>
          <p:cNvSpPr/>
          <p:nvPr/>
        </p:nvSpPr>
        <p:spPr>
          <a:xfrm>
            <a:off x="9189720" y="37947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89720" y="43891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receipts with audit trail.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System Update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SUPPLY CHAIN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invoices — a payment trail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arrive against a contract, flow through verification and approval, and tie back to the receipts they cover. Quantity discrepancies surface before payment, not after.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2C7A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38328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71800" y="338328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2C7A3C"/>
          </a:solidFill>
          <a:ln/>
        </p:spPr>
      </p:sp>
      <p:sp>
        <p:nvSpPr>
          <p:cNvPr id="9" name="Text 7"/>
          <p:cNvSpPr/>
          <p:nvPr/>
        </p:nvSpPr>
        <p:spPr>
          <a:xfrm>
            <a:off x="2971800" y="338328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03520" y="338328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2C7A3C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38328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35240" y="338328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2C7A3C"/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338328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966960" y="338328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D87A2B"/>
          </a:solidFill>
          <a:ln/>
        </p:spPr>
      </p:sp>
      <p:sp>
        <p:nvSpPr>
          <p:cNvPr id="15" name="Text 13"/>
          <p:cNvSpPr/>
          <p:nvPr/>
        </p:nvSpPr>
        <p:spPr>
          <a:xfrm>
            <a:off x="9966960" y="338328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29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↔ Contract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invoice posts against an active contract.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484632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5029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reconciliation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54864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vs received vs released — discrepancies flagged.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21040" y="484632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4F6F1"/>
          </a:solidFill>
          <a:ln w="9525">
            <a:solidFill>
              <a:srgbClr val="E6EB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5029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Two-person approval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03920" y="54864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one, approved by another. Audit-stamped.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System Update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C7A3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management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rgbClr val="2C7A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21488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dropped balls.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560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cannot be made for stock that does not exist. Releases cannot happen without paperwork.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457200" cy="457200"/>
          </a:xfrm>
          <a:prstGeom prst="ellipse">
            <a:avLst/>
          </a:prstGeom>
          <a:solidFill>
            <a:srgbClr val="2C7A3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31089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520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dashboard now segregates by programme. Over-issuance is flagged the moment it appears.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2C7A3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40690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audit trail.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44805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Suppliers, contracts, signed letters and returns are all linked end-to-end. Nothing is silent.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5074920"/>
            <a:ext cx="457200" cy="457200"/>
          </a:xfrm>
          <a:prstGeom prst="ellipse">
            <a:avLst/>
          </a:prstGeom>
          <a:solidFill>
            <a:srgbClr val="2C7A3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50292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national picture.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4406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Ghana map answers "what is our actual access rate today?" without anyone updating it by hand.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MOEN-IMS  ·  Ministry of Energy &amp; Green Transition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2026-05-31T08:52:42Z</dcterms:created>
  <dcterms:modified xsi:type="dcterms:W3CDTF">2026-05-31T08:52:42Z</dcterms:modified>
</cp:coreProperties>
</file>